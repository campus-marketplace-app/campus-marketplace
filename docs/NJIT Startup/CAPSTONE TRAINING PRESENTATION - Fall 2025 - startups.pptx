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Lustria"/>
      <p:regular r:id="rId13"/>
    </p:embeddedFont>
    <p:embeddedFont>
      <p:font typeface="Century Gothic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to4ACKRRsVVIE2ZXuabEkUdMy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font" Target="fonts/Lustria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CenturyGothic-bold.fntdata"/><Relationship Id="rId14" Type="http://schemas.openxmlformats.org/officeDocument/2006/relationships/font" Target="fonts/CenturyGothic-regular.fntdata"/><Relationship Id="rId17" Type="http://schemas.openxmlformats.org/officeDocument/2006/relationships/font" Target="fonts/CenturyGothic-boldItalic.fntdata"/><Relationship Id="rId16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9"/>
          <p:cNvSpPr/>
          <p:nvPr/>
        </p:nvSpPr>
        <p:spPr>
          <a:xfrm>
            <a:off x="80366" y="66966"/>
            <a:ext cx="12042140" cy="6711527"/>
          </a:xfrm>
          <a:custGeom>
            <a:rect b="b" l="l" r="r" t="t"/>
            <a:pathLst>
              <a:path extrusionOk="0" h="5033645" w="9031605">
                <a:moveTo>
                  <a:pt x="8192333" y="5033099"/>
                </a:moveTo>
                <a:lnTo>
                  <a:pt x="838866" y="5033099"/>
                </a:lnTo>
                <a:lnTo>
                  <a:pt x="791264" y="5031772"/>
                </a:lnTo>
                <a:lnTo>
                  <a:pt x="744359" y="5027835"/>
                </a:lnTo>
                <a:lnTo>
                  <a:pt x="698220" y="5021361"/>
                </a:lnTo>
                <a:lnTo>
                  <a:pt x="652921" y="5012419"/>
                </a:lnTo>
                <a:lnTo>
                  <a:pt x="608530" y="5001081"/>
                </a:lnTo>
                <a:lnTo>
                  <a:pt x="565119" y="4987418"/>
                </a:lnTo>
                <a:lnTo>
                  <a:pt x="522759" y="4971501"/>
                </a:lnTo>
                <a:lnTo>
                  <a:pt x="481520" y="4953399"/>
                </a:lnTo>
                <a:lnTo>
                  <a:pt x="441474" y="4933185"/>
                </a:lnTo>
                <a:lnTo>
                  <a:pt x="402691" y="4910928"/>
                </a:lnTo>
                <a:lnTo>
                  <a:pt x="365242" y="4886700"/>
                </a:lnTo>
                <a:lnTo>
                  <a:pt x="329198" y="4860572"/>
                </a:lnTo>
                <a:lnTo>
                  <a:pt x="294629" y="4832614"/>
                </a:lnTo>
                <a:lnTo>
                  <a:pt x="261607" y="4802897"/>
                </a:lnTo>
                <a:lnTo>
                  <a:pt x="230202" y="4771492"/>
                </a:lnTo>
                <a:lnTo>
                  <a:pt x="200485" y="4738470"/>
                </a:lnTo>
                <a:lnTo>
                  <a:pt x="172527" y="4703901"/>
                </a:lnTo>
                <a:lnTo>
                  <a:pt x="146399" y="4667857"/>
                </a:lnTo>
                <a:lnTo>
                  <a:pt x="122171" y="4630408"/>
                </a:lnTo>
                <a:lnTo>
                  <a:pt x="99914" y="4591625"/>
                </a:lnTo>
                <a:lnTo>
                  <a:pt x="79700" y="4551579"/>
                </a:lnTo>
                <a:lnTo>
                  <a:pt x="61598" y="4510340"/>
                </a:lnTo>
                <a:lnTo>
                  <a:pt x="45681" y="4467980"/>
                </a:lnTo>
                <a:lnTo>
                  <a:pt x="32018" y="4424569"/>
                </a:lnTo>
                <a:lnTo>
                  <a:pt x="20680" y="4380178"/>
                </a:lnTo>
                <a:lnTo>
                  <a:pt x="11738" y="4334879"/>
                </a:lnTo>
                <a:lnTo>
                  <a:pt x="5264" y="4288740"/>
                </a:lnTo>
                <a:lnTo>
                  <a:pt x="1327" y="4241835"/>
                </a:lnTo>
                <a:lnTo>
                  <a:pt x="0" y="4194233"/>
                </a:lnTo>
                <a:lnTo>
                  <a:pt x="0" y="838866"/>
                </a:lnTo>
                <a:lnTo>
                  <a:pt x="1327" y="791264"/>
                </a:lnTo>
                <a:lnTo>
                  <a:pt x="5264" y="744359"/>
                </a:lnTo>
                <a:lnTo>
                  <a:pt x="11738" y="698220"/>
                </a:lnTo>
                <a:lnTo>
                  <a:pt x="20680" y="652921"/>
                </a:lnTo>
                <a:lnTo>
                  <a:pt x="32018" y="608530"/>
                </a:lnTo>
                <a:lnTo>
                  <a:pt x="45681" y="565119"/>
                </a:lnTo>
                <a:lnTo>
                  <a:pt x="61598" y="522759"/>
                </a:lnTo>
                <a:lnTo>
                  <a:pt x="79700" y="481520"/>
                </a:lnTo>
                <a:lnTo>
                  <a:pt x="99914" y="441474"/>
                </a:lnTo>
                <a:lnTo>
                  <a:pt x="122171" y="402691"/>
                </a:lnTo>
                <a:lnTo>
                  <a:pt x="146399" y="365242"/>
                </a:lnTo>
                <a:lnTo>
                  <a:pt x="172527" y="329198"/>
                </a:lnTo>
                <a:lnTo>
                  <a:pt x="200485" y="294629"/>
                </a:lnTo>
                <a:lnTo>
                  <a:pt x="230202" y="261607"/>
                </a:lnTo>
                <a:lnTo>
                  <a:pt x="261607" y="230202"/>
                </a:lnTo>
                <a:lnTo>
                  <a:pt x="294629" y="200485"/>
                </a:lnTo>
                <a:lnTo>
                  <a:pt x="329198" y="172527"/>
                </a:lnTo>
                <a:lnTo>
                  <a:pt x="365242" y="146399"/>
                </a:lnTo>
                <a:lnTo>
                  <a:pt x="402691" y="122171"/>
                </a:lnTo>
                <a:lnTo>
                  <a:pt x="441474" y="99914"/>
                </a:lnTo>
                <a:lnTo>
                  <a:pt x="481520" y="79700"/>
                </a:lnTo>
                <a:lnTo>
                  <a:pt x="522759" y="61598"/>
                </a:lnTo>
                <a:lnTo>
                  <a:pt x="565119" y="45681"/>
                </a:lnTo>
                <a:lnTo>
                  <a:pt x="608530" y="32018"/>
                </a:lnTo>
                <a:lnTo>
                  <a:pt x="652921" y="20680"/>
                </a:lnTo>
                <a:lnTo>
                  <a:pt x="698220" y="11738"/>
                </a:lnTo>
                <a:lnTo>
                  <a:pt x="744359" y="5264"/>
                </a:lnTo>
                <a:lnTo>
                  <a:pt x="791264" y="1327"/>
                </a:lnTo>
                <a:lnTo>
                  <a:pt x="838866" y="0"/>
                </a:lnTo>
                <a:lnTo>
                  <a:pt x="8192333" y="0"/>
                </a:lnTo>
                <a:lnTo>
                  <a:pt x="8243492" y="1560"/>
                </a:lnTo>
                <a:lnTo>
                  <a:pt x="8294199" y="6204"/>
                </a:lnTo>
                <a:lnTo>
                  <a:pt x="8344326" y="13880"/>
                </a:lnTo>
                <a:lnTo>
                  <a:pt x="8393745" y="24535"/>
                </a:lnTo>
                <a:lnTo>
                  <a:pt x="8442328" y="38115"/>
                </a:lnTo>
                <a:lnTo>
                  <a:pt x="8489946" y="54568"/>
                </a:lnTo>
                <a:lnTo>
                  <a:pt x="8536471" y="73839"/>
                </a:lnTo>
                <a:lnTo>
                  <a:pt x="8581776" y="95877"/>
                </a:lnTo>
                <a:lnTo>
                  <a:pt x="8625732" y="120628"/>
                </a:lnTo>
                <a:lnTo>
                  <a:pt x="8668211" y="148038"/>
                </a:lnTo>
                <a:lnTo>
                  <a:pt x="8709084" y="178055"/>
                </a:lnTo>
                <a:lnTo>
                  <a:pt x="8748223" y="210626"/>
                </a:lnTo>
                <a:lnTo>
                  <a:pt x="8785501" y="245698"/>
                </a:lnTo>
                <a:lnTo>
                  <a:pt x="8820573" y="282976"/>
                </a:lnTo>
                <a:lnTo>
                  <a:pt x="8853144" y="322115"/>
                </a:lnTo>
                <a:lnTo>
                  <a:pt x="8883161" y="362988"/>
                </a:lnTo>
                <a:lnTo>
                  <a:pt x="8910571" y="405467"/>
                </a:lnTo>
                <a:lnTo>
                  <a:pt x="8935322" y="449423"/>
                </a:lnTo>
                <a:lnTo>
                  <a:pt x="8957360" y="494728"/>
                </a:lnTo>
                <a:lnTo>
                  <a:pt x="8976631" y="541253"/>
                </a:lnTo>
                <a:lnTo>
                  <a:pt x="8993084" y="588872"/>
                </a:lnTo>
                <a:lnTo>
                  <a:pt x="9006664" y="637454"/>
                </a:lnTo>
                <a:lnTo>
                  <a:pt x="9017318" y="686873"/>
                </a:lnTo>
                <a:lnTo>
                  <a:pt x="9024995" y="737001"/>
                </a:lnTo>
                <a:lnTo>
                  <a:pt x="9029639" y="787708"/>
                </a:lnTo>
                <a:lnTo>
                  <a:pt x="9031199" y="838866"/>
                </a:lnTo>
                <a:lnTo>
                  <a:pt x="9031199" y="4194233"/>
                </a:lnTo>
                <a:lnTo>
                  <a:pt x="9029872" y="4241835"/>
                </a:lnTo>
                <a:lnTo>
                  <a:pt x="9025935" y="4288740"/>
                </a:lnTo>
                <a:lnTo>
                  <a:pt x="9019460" y="4334879"/>
                </a:lnTo>
                <a:lnTo>
                  <a:pt x="9010519" y="4380178"/>
                </a:lnTo>
                <a:lnTo>
                  <a:pt x="8999181" y="4424569"/>
                </a:lnTo>
                <a:lnTo>
                  <a:pt x="8985518" y="4467980"/>
                </a:lnTo>
                <a:lnTo>
                  <a:pt x="8969601" y="4510340"/>
                </a:lnTo>
                <a:lnTo>
                  <a:pt x="8951499" y="4551579"/>
                </a:lnTo>
                <a:lnTo>
                  <a:pt x="8931285" y="4591625"/>
                </a:lnTo>
                <a:lnTo>
                  <a:pt x="8909028" y="4630408"/>
                </a:lnTo>
                <a:lnTo>
                  <a:pt x="8884800" y="4667857"/>
                </a:lnTo>
                <a:lnTo>
                  <a:pt x="8858672" y="4703901"/>
                </a:lnTo>
                <a:lnTo>
                  <a:pt x="8830714" y="4738470"/>
                </a:lnTo>
                <a:lnTo>
                  <a:pt x="8800997" y="4771492"/>
                </a:lnTo>
                <a:lnTo>
                  <a:pt x="8769592" y="4802897"/>
                </a:lnTo>
                <a:lnTo>
                  <a:pt x="8736570" y="4832614"/>
                </a:lnTo>
                <a:lnTo>
                  <a:pt x="8702001" y="4860572"/>
                </a:lnTo>
                <a:lnTo>
                  <a:pt x="8665957" y="4886700"/>
                </a:lnTo>
                <a:lnTo>
                  <a:pt x="8628508" y="4910928"/>
                </a:lnTo>
                <a:lnTo>
                  <a:pt x="8589725" y="4933185"/>
                </a:lnTo>
                <a:lnTo>
                  <a:pt x="8549679" y="4953399"/>
                </a:lnTo>
                <a:lnTo>
                  <a:pt x="8508440" y="4971501"/>
                </a:lnTo>
                <a:lnTo>
                  <a:pt x="8466080" y="4987418"/>
                </a:lnTo>
                <a:lnTo>
                  <a:pt x="8422669" y="5001081"/>
                </a:lnTo>
                <a:lnTo>
                  <a:pt x="8378278" y="5012419"/>
                </a:lnTo>
                <a:lnTo>
                  <a:pt x="8332979" y="5021361"/>
                </a:lnTo>
                <a:lnTo>
                  <a:pt x="8286841" y="5027835"/>
                </a:lnTo>
                <a:lnTo>
                  <a:pt x="8239935" y="5031772"/>
                </a:lnTo>
                <a:lnTo>
                  <a:pt x="8192333" y="5033099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>
            <a:off x="80366" y="66966"/>
            <a:ext cx="12042140" cy="6711527"/>
          </a:xfrm>
          <a:custGeom>
            <a:rect b="b" l="l" r="r" t="t"/>
            <a:pathLst>
              <a:path extrusionOk="0" h="5033645" w="9031605">
                <a:moveTo>
                  <a:pt x="0" y="838866"/>
                </a:moveTo>
                <a:lnTo>
                  <a:pt x="1327" y="791264"/>
                </a:lnTo>
                <a:lnTo>
                  <a:pt x="5264" y="744359"/>
                </a:lnTo>
                <a:lnTo>
                  <a:pt x="11738" y="698220"/>
                </a:lnTo>
                <a:lnTo>
                  <a:pt x="20680" y="652921"/>
                </a:lnTo>
                <a:lnTo>
                  <a:pt x="32018" y="608530"/>
                </a:lnTo>
                <a:lnTo>
                  <a:pt x="45681" y="565119"/>
                </a:lnTo>
                <a:lnTo>
                  <a:pt x="61598" y="522759"/>
                </a:lnTo>
                <a:lnTo>
                  <a:pt x="79700" y="481520"/>
                </a:lnTo>
                <a:lnTo>
                  <a:pt x="99914" y="441474"/>
                </a:lnTo>
                <a:lnTo>
                  <a:pt x="122171" y="402691"/>
                </a:lnTo>
                <a:lnTo>
                  <a:pt x="146399" y="365242"/>
                </a:lnTo>
                <a:lnTo>
                  <a:pt x="172527" y="329198"/>
                </a:lnTo>
                <a:lnTo>
                  <a:pt x="200485" y="294629"/>
                </a:lnTo>
                <a:lnTo>
                  <a:pt x="230202" y="261607"/>
                </a:lnTo>
                <a:lnTo>
                  <a:pt x="261607" y="230202"/>
                </a:lnTo>
                <a:lnTo>
                  <a:pt x="294629" y="200485"/>
                </a:lnTo>
                <a:lnTo>
                  <a:pt x="329198" y="172527"/>
                </a:lnTo>
                <a:lnTo>
                  <a:pt x="365242" y="146399"/>
                </a:lnTo>
                <a:lnTo>
                  <a:pt x="402691" y="122171"/>
                </a:lnTo>
                <a:lnTo>
                  <a:pt x="441474" y="99914"/>
                </a:lnTo>
                <a:lnTo>
                  <a:pt x="481520" y="79700"/>
                </a:lnTo>
                <a:lnTo>
                  <a:pt x="522759" y="61598"/>
                </a:lnTo>
                <a:lnTo>
                  <a:pt x="565119" y="45681"/>
                </a:lnTo>
                <a:lnTo>
                  <a:pt x="608530" y="32018"/>
                </a:lnTo>
                <a:lnTo>
                  <a:pt x="652921" y="20680"/>
                </a:lnTo>
                <a:lnTo>
                  <a:pt x="698220" y="11738"/>
                </a:lnTo>
                <a:lnTo>
                  <a:pt x="744359" y="5264"/>
                </a:lnTo>
                <a:lnTo>
                  <a:pt x="791264" y="1327"/>
                </a:lnTo>
                <a:lnTo>
                  <a:pt x="838866" y="0"/>
                </a:lnTo>
                <a:lnTo>
                  <a:pt x="8192333" y="0"/>
                </a:lnTo>
                <a:lnTo>
                  <a:pt x="8243492" y="1560"/>
                </a:lnTo>
                <a:lnTo>
                  <a:pt x="8294199" y="6204"/>
                </a:lnTo>
                <a:lnTo>
                  <a:pt x="8344326" y="13880"/>
                </a:lnTo>
                <a:lnTo>
                  <a:pt x="8393745" y="24535"/>
                </a:lnTo>
                <a:lnTo>
                  <a:pt x="8442328" y="38115"/>
                </a:lnTo>
                <a:lnTo>
                  <a:pt x="8489946" y="54568"/>
                </a:lnTo>
                <a:lnTo>
                  <a:pt x="8536471" y="73839"/>
                </a:lnTo>
                <a:lnTo>
                  <a:pt x="8581776" y="95877"/>
                </a:lnTo>
                <a:lnTo>
                  <a:pt x="8625732" y="120628"/>
                </a:lnTo>
                <a:lnTo>
                  <a:pt x="8668211" y="148038"/>
                </a:lnTo>
                <a:lnTo>
                  <a:pt x="8709084" y="178055"/>
                </a:lnTo>
                <a:lnTo>
                  <a:pt x="8748223" y="210626"/>
                </a:lnTo>
                <a:lnTo>
                  <a:pt x="8785501" y="245698"/>
                </a:lnTo>
                <a:lnTo>
                  <a:pt x="8820573" y="282976"/>
                </a:lnTo>
                <a:lnTo>
                  <a:pt x="8853144" y="322115"/>
                </a:lnTo>
                <a:lnTo>
                  <a:pt x="8883161" y="362988"/>
                </a:lnTo>
                <a:lnTo>
                  <a:pt x="8910571" y="405467"/>
                </a:lnTo>
                <a:lnTo>
                  <a:pt x="8935322" y="449423"/>
                </a:lnTo>
                <a:lnTo>
                  <a:pt x="8957360" y="494728"/>
                </a:lnTo>
                <a:lnTo>
                  <a:pt x="8976631" y="541253"/>
                </a:lnTo>
                <a:lnTo>
                  <a:pt x="8993084" y="588872"/>
                </a:lnTo>
                <a:lnTo>
                  <a:pt x="9006664" y="637454"/>
                </a:lnTo>
                <a:lnTo>
                  <a:pt x="9017318" y="686873"/>
                </a:lnTo>
                <a:lnTo>
                  <a:pt x="9024995" y="737001"/>
                </a:lnTo>
                <a:lnTo>
                  <a:pt x="9029639" y="787708"/>
                </a:lnTo>
                <a:lnTo>
                  <a:pt x="9031199" y="838866"/>
                </a:lnTo>
                <a:lnTo>
                  <a:pt x="9031199" y="4194233"/>
                </a:lnTo>
                <a:lnTo>
                  <a:pt x="9029872" y="4241835"/>
                </a:lnTo>
                <a:lnTo>
                  <a:pt x="9025935" y="4288740"/>
                </a:lnTo>
                <a:lnTo>
                  <a:pt x="9019460" y="4334879"/>
                </a:lnTo>
                <a:lnTo>
                  <a:pt x="9010519" y="4380178"/>
                </a:lnTo>
                <a:lnTo>
                  <a:pt x="8999181" y="4424569"/>
                </a:lnTo>
                <a:lnTo>
                  <a:pt x="8985518" y="4467980"/>
                </a:lnTo>
                <a:lnTo>
                  <a:pt x="8969601" y="4510340"/>
                </a:lnTo>
                <a:lnTo>
                  <a:pt x="8951499" y="4551579"/>
                </a:lnTo>
                <a:lnTo>
                  <a:pt x="8931285" y="4591625"/>
                </a:lnTo>
                <a:lnTo>
                  <a:pt x="8909028" y="4630408"/>
                </a:lnTo>
                <a:lnTo>
                  <a:pt x="8884800" y="4667857"/>
                </a:lnTo>
                <a:lnTo>
                  <a:pt x="8858672" y="4703901"/>
                </a:lnTo>
                <a:lnTo>
                  <a:pt x="8830714" y="4738470"/>
                </a:lnTo>
                <a:lnTo>
                  <a:pt x="8800997" y="4771492"/>
                </a:lnTo>
                <a:lnTo>
                  <a:pt x="8769592" y="4802897"/>
                </a:lnTo>
                <a:lnTo>
                  <a:pt x="8736570" y="4832614"/>
                </a:lnTo>
                <a:lnTo>
                  <a:pt x="8702001" y="4860572"/>
                </a:lnTo>
                <a:lnTo>
                  <a:pt x="8665957" y="4886700"/>
                </a:lnTo>
                <a:lnTo>
                  <a:pt x="8628508" y="4910928"/>
                </a:lnTo>
                <a:lnTo>
                  <a:pt x="8589725" y="4933185"/>
                </a:lnTo>
                <a:lnTo>
                  <a:pt x="8549679" y="4953399"/>
                </a:lnTo>
                <a:lnTo>
                  <a:pt x="8508440" y="4971501"/>
                </a:lnTo>
                <a:lnTo>
                  <a:pt x="8466080" y="4987418"/>
                </a:lnTo>
                <a:lnTo>
                  <a:pt x="8422669" y="5001081"/>
                </a:lnTo>
                <a:lnTo>
                  <a:pt x="8378278" y="5012419"/>
                </a:lnTo>
                <a:lnTo>
                  <a:pt x="8332979" y="5021361"/>
                </a:lnTo>
                <a:lnTo>
                  <a:pt x="8286841" y="5027835"/>
                </a:lnTo>
                <a:lnTo>
                  <a:pt x="8239935" y="5031772"/>
                </a:lnTo>
                <a:lnTo>
                  <a:pt x="8192333" y="5033099"/>
                </a:lnTo>
                <a:lnTo>
                  <a:pt x="838866" y="5033099"/>
                </a:lnTo>
                <a:lnTo>
                  <a:pt x="791264" y="5031772"/>
                </a:lnTo>
                <a:lnTo>
                  <a:pt x="744359" y="5027835"/>
                </a:lnTo>
                <a:lnTo>
                  <a:pt x="698220" y="5021361"/>
                </a:lnTo>
                <a:lnTo>
                  <a:pt x="652921" y="5012419"/>
                </a:lnTo>
                <a:lnTo>
                  <a:pt x="608530" y="5001081"/>
                </a:lnTo>
                <a:lnTo>
                  <a:pt x="565119" y="4987418"/>
                </a:lnTo>
                <a:lnTo>
                  <a:pt x="522759" y="4971501"/>
                </a:lnTo>
                <a:lnTo>
                  <a:pt x="481520" y="4953399"/>
                </a:lnTo>
                <a:lnTo>
                  <a:pt x="441474" y="4933185"/>
                </a:lnTo>
                <a:lnTo>
                  <a:pt x="402691" y="4910928"/>
                </a:lnTo>
                <a:lnTo>
                  <a:pt x="365242" y="4886700"/>
                </a:lnTo>
                <a:lnTo>
                  <a:pt x="329198" y="4860572"/>
                </a:lnTo>
                <a:lnTo>
                  <a:pt x="294629" y="4832614"/>
                </a:lnTo>
                <a:lnTo>
                  <a:pt x="261607" y="4802897"/>
                </a:lnTo>
                <a:lnTo>
                  <a:pt x="230202" y="4771492"/>
                </a:lnTo>
                <a:lnTo>
                  <a:pt x="200485" y="4738470"/>
                </a:lnTo>
                <a:lnTo>
                  <a:pt x="172527" y="4703901"/>
                </a:lnTo>
                <a:lnTo>
                  <a:pt x="146399" y="4667857"/>
                </a:lnTo>
                <a:lnTo>
                  <a:pt x="122171" y="4630408"/>
                </a:lnTo>
                <a:lnTo>
                  <a:pt x="99914" y="4591625"/>
                </a:lnTo>
                <a:lnTo>
                  <a:pt x="79700" y="4551579"/>
                </a:lnTo>
                <a:lnTo>
                  <a:pt x="61598" y="4510340"/>
                </a:lnTo>
                <a:lnTo>
                  <a:pt x="45681" y="4467980"/>
                </a:lnTo>
                <a:lnTo>
                  <a:pt x="32018" y="4424569"/>
                </a:lnTo>
                <a:lnTo>
                  <a:pt x="20680" y="4380178"/>
                </a:lnTo>
                <a:lnTo>
                  <a:pt x="11738" y="4334879"/>
                </a:lnTo>
                <a:lnTo>
                  <a:pt x="5264" y="4288740"/>
                </a:lnTo>
                <a:lnTo>
                  <a:pt x="1327" y="4241835"/>
                </a:lnTo>
                <a:lnTo>
                  <a:pt x="0" y="4194233"/>
                </a:lnTo>
                <a:lnTo>
                  <a:pt x="0" y="838866"/>
                </a:lnTo>
                <a:close/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9"/>
          <p:cNvSpPr txBox="1"/>
          <p:nvPr>
            <p:ph type="title"/>
          </p:nvPr>
        </p:nvSpPr>
        <p:spPr>
          <a:xfrm>
            <a:off x="616900" y="139948"/>
            <a:ext cx="1095819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1" type="ftr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ctrTitle"/>
          </p:nvPr>
        </p:nvSpPr>
        <p:spPr>
          <a:xfrm>
            <a:off x="2805755" y="2064748"/>
            <a:ext cx="6580488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subTitle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1" type="ftr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0" type="dt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616900" y="139948"/>
            <a:ext cx="1095819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1299450" y="2219033"/>
            <a:ext cx="97663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616900" y="139948"/>
            <a:ext cx="1095819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2" type="body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1" type="ftr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0" type="dt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2" type="sldNum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99D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5"/>
          <p:cNvSpPr/>
          <p:nvPr/>
        </p:nvSpPr>
        <p:spPr>
          <a:xfrm>
            <a:off x="80366" y="66966"/>
            <a:ext cx="12042140" cy="6711527"/>
          </a:xfrm>
          <a:custGeom>
            <a:rect b="b" l="l" r="r" t="t"/>
            <a:pathLst>
              <a:path extrusionOk="0" h="5033645" w="9031605">
                <a:moveTo>
                  <a:pt x="8192333" y="5033099"/>
                </a:moveTo>
                <a:lnTo>
                  <a:pt x="838866" y="5033099"/>
                </a:lnTo>
                <a:lnTo>
                  <a:pt x="791264" y="5031772"/>
                </a:lnTo>
                <a:lnTo>
                  <a:pt x="744359" y="5027835"/>
                </a:lnTo>
                <a:lnTo>
                  <a:pt x="698220" y="5021361"/>
                </a:lnTo>
                <a:lnTo>
                  <a:pt x="652921" y="5012419"/>
                </a:lnTo>
                <a:lnTo>
                  <a:pt x="608530" y="5001081"/>
                </a:lnTo>
                <a:lnTo>
                  <a:pt x="565119" y="4987418"/>
                </a:lnTo>
                <a:lnTo>
                  <a:pt x="522759" y="4971501"/>
                </a:lnTo>
                <a:lnTo>
                  <a:pt x="481520" y="4953399"/>
                </a:lnTo>
                <a:lnTo>
                  <a:pt x="441474" y="4933185"/>
                </a:lnTo>
                <a:lnTo>
                  <a:pt x="402691" y="4910928"/>
                </a:lnTo>
                <a:lnTo>
                  <a:pt x="365242" y="4886700"/>
                </a:lnTo>
                <a:lnTo>
                  <a:pt x="329198" y="4860572"/>
                </a:lnTo>
                <a:lnTo>
                  <a:pt x="294629" y="4832614"/>
                </a:lnTo>
                <a:lnTo>
                  <a:pt x="261607" y="4802897"/>
                </a:lnTo>
                <a:lnTo>
                  <a:pt x="230202" y="4771492"/>
                </a:lnTo>
                <a:lnTo>
                  <a:pt x="200485" y="4738470"/>
                </a:lnTo>
                <a:lnTo>
                  <a:pt x="172527" y="4703901"/>
                </a:lnTo>
                <a:lnTo>
                  <a:pt x="146399" y="4667857"/>
                </a:lnTo>
                <a:lnTo>
                  <a:pt x="122171" y="4630408"/>
                </a:lnTo>
                <a:lnTo>
                  <a:pt x="99914" y="4591625"/>
                </a:lnTo>
                <a:lnTo>
                  <a:pt x="79700" y="4551579"/>
                </a:lnTo>
                <a:lnTo>
                  <a:pt x="61598" y="4510340"/>
                </a:lnTo>
                <a:lnTo>
                  <a:pt x="45681" y="4467980"/>
                </a:lnTo>
                <a:lnTo>
                  <a:pt x="32018" y="4424569"/>
                </a:lnTo>
                <a:lnTo>
                  <a:pt x="20680" y="4380178"/>
                </a:lnTo>
                <a:lnTo>
                  <a:pt x="11738" y="4334879"/>
                </a:lnTo>
                <a:lnTo>
                  <a:pt x="5264" y="4288740"/>
                </a:lnTo>
                <a:lnTo>
                  <a:pt x="1327" y="4241835"/>
                </a:lnTo>
                <a:lnTo>
                  <a:pt x="0" y="4194233"/>
                </a:lnTo>
                <a:lnTo>
                  <a:pt x="0" y="838866"/>
                </a:lnTo>
                <a:lnTo>
                  <a:pt x="1327" y="791264"/>
                </a:lnTo>
                <a:lnTo>
                  <a:pt x="5264" y="744359"/>
                </a:lnTo>
                <a:lnTo>
                  <a:pt x="11738" y="698220"/>
                </a:lnTo>
                <a:lnTo>
                  <a:pt x="20680" y="652921"/>
                </a:lnTo>
                <a:lnTo>
                  <a:pt x="32018" y="608530"/>
                </a:lnTo>
                <a:lnTo>
                  <a:pt x="45681" y="565119"/>
                </a:lnTo>
                <a:lnTo>
                  <a:pt x="61598" y="522759"/>
                </a:lnTo>
                <a:lnTo>
                  <a:pt x="79700" y="481520"/>
                </a:lnTo>
                <a:lnTo>
                  <a:pt x="99914" y="441474"/>
                </a:lnTo>
                <a:lnTo>
                  <a:pt x="122171" y="402691"/>
                </a:lnTo>
                <a:lnTo>
                  <a:pt x="146399" y="365242"/>
                </a:lnTo>
                <a:lnTo>
                  <a:pt x="172527" y="329198"/>
                </a:lnTo>
                <a:lnTo>
                  <a:pt x="200485" y="294629"/>
                </a:lnTo>
                <a:lnTo>
                  <a:pt x="230202" y="261607"/>
                </a:lnTo>
                <a:lnTo>
                  <a:pt x="261607" y="230202"/>
                </a:lnTo>
                <a:lnTo>
                  <a:pt x="294629" y="200485"/>
                </a:lnTo>
                <a:lnTo>
                  <a:pt x="329198" y="172527"/>
                </a:lnTo>
                <a:lnTo>
                  <a:pt x="365242" y="146399"/>
                </a:lnTo>
                <a:lnTo>
                  <a:pt x="402691" y="122171"/>
                </a:lnTo>
                <a:lnTo>
                  <a:pt x="441474" y="99914"/>
                </a:lnTo>
                <a:lnTo>
                  <a:pt x="481520" y="79700"/>
                </a:lnTo>
                <a:lnTo>
                  <a:pt x="522759" y="61598"/>
                </a:lnTo>
                <a:lnTo>
                  <a:pt x="565119" y="45681"/>
                </a:lnTo>
                <a:lnTo>
                  <a:pt x="608530" y="32018"/>
                </a:lnTo>
                <a:lnTo>
                  <a:pt x="652921" y="20680"/>
                </a:lnTo>
                <a:lnTo>
                  <a:pt x="698220" y="11738"/>
                </a:lnTo>
                <a:lnTo>
                  <a:pt x="744359" y="5264"/>
                </a:lnTo>
                <a:lnTo>
                  <a:pt x="791264" y="1327"/>
                </a:lnTo>
                <a:lnTo>
                  <a:pt x="838866" y="0"/>
                </a:lnTo>
                <a:lnTo>
                  <a:pt x="8192333" y="0"/>
                </a:lnTo>
                <a:lnTo>
                  <a:pt x="8243492" y="1560"/>
                </a:lnTo>
                <a:lnTo>
                  <a:pt x="8294199" y="6204"/>
                </a:lnTo>
                <a:lnTo>
                  <a:pt x="8344326" y="13880"/>
                </a:lnTo>
                <a:lnTo>
                  <a:pt x="8393745" y="24535"/>
                </a:lnTo>
                <a:lnTo>
                  <a:pt x="8442328" y="38115"/>
                </a:lnTo>
                <a:lnTo>
                  <a:pt x="8489946" y="54568"/>
                </a:lnTo>
                <a:lnTo>
                  <a:pt x="8536471" y="73839"/>
                </a:lnTo>
                <a:lnTo>
                  <a:pt x="8581776" y="95877"/>
                </a:lnTo>
                <a:lnTo>
                  <a:pt x="8625732" y="120628"/>
                </a:lnTo>
                <a:lnTo>
                  <a:pt x="8668211" y="148038"/>
                </a:lnTo>
                <a:lnTo>
                  <a:pt x="8709084" y="178055"/>
                </a:lnTo>
                <a:lnTo>
                  <a:pt x="8748223" y="210626"/>
                </a:lnTo>
                <a:lnTo>
                  <a:pt x="8785501" y="245698"/>
                </a:lnTo>
                <a:lnTo>
                  <a:pt x="8820573" y="282976"/>
                </a:lnTo>
                <a:lnTo>
                  <a:pt x="8853144" y="322115"/>
                </a:lnTo>
                <a:lnTo>
                  <a:pt x="8883161" y="362988"/>
                </a:lnTo>
                <a:lnTo>
                  <a:pt x="8910571" y="405467"/>
                </a:lnTo>
                <a:lnTo>
                  <a:pt x="8935322" y="449423"/>
                </a:lnTo>
                <a:lnTo>
                  <a:pt x="8957360" y="494728"/>
                </a:lnTo>
                <a:lnTo>
                  <a:pt x="8976631" y="541253"/>
                </a:lnTo>
                <a:lnTo>
                  <a:pt x="8993084" y="588872"/>
                </a:lnTo>
                <a:lnTo>
                  <a:pt x="9006664" y="637454"/>
                </a:lnTo>
                <a:lnTo>
                  <a:pt x="9017318" y="686873"/>
                </a:lnTo>
                <a:lnTo>
                  <a:pt x="9024995" y="737001"/>
                </a:lnTo>
                <a:lnTo>
                  <a:pt x="9029639" y="787708"/>
                </a:lnTo>
                <a:lnTo>
                  <a:pt x="9031199" y="838866"/>
                </a:lnTo>
                <a:lnTo>
                  <a:pt x="9031199" y="4194233"/>
                </a:lnTo>
                <a:lnTo>
                  <a:pt x="9029872" y="4241835"/>
                </a:lnTo>
                <a:lnTo>
                  <a:pt x="9025935" y="4288740"/>
                </a:lnTo>
                <a:lnTo>
                  <a:pt x="9019460" y="4334879"/>
                </a:lnTo>
                <a:lnTo>
                  <a:pt x="9010519" y="4380178"/>
                </a:lnTo>
                <a:lnTo>
                  <a:pt x="8999181" y="4424569"/>
                </a:lnTo>
                <a:lnTo>
                  <a:pt x="8985518" y="4467980"/>
                </a:lnTo>
                <a:lnTo>
                  <a:pt x="8969601" y="4510340"/>
                </a:lnTo>
                <a:lnTo>
                  <a:pt x="8951499" y="4551579"/>
                </a:lnTo>
                <a:lnTo>
                  <a:pt x="8931285" y="4591625"/>
                </a:lnTo>
                <a:lnTo>
                  <a:pt x="8909028" y="4630408"/>
                </a:lnTo>
                <a:lnTo>
                  <a:pt x="8884800" y="4667857"/>
                </a:lnTo>
                <a:lnTo>
                  <a:pt x="8858672" y="4703901"/>
                </a:lnTo>
                <a:lnTo>
                  <a:pt x="8830714" y="4738470"/>
                </a:lnTo>
                <a:lnTo>
                  <a:pt x="8800997" y="4771492"/>
                </a:lnTo>
                <a:lnTo>
                  <a:pt x="8769592" y="4802897"/>
                </a:lnTo>
                <a:lnTo>
                  <a:pt x="8736570" y="4832614"/>
                </a:lnTo>
                <a:lnTo>
                  <a:pt x="8702001" y="4860572"/>
                </a:lnTo>
                <a:lnTo>
                  <a:pt x="8665957" y="4886700"/>
                </a:lnTo>
                <a:lnTo>
                  <a:pt x="8628508" y="4910928"/>
                </a:lnTo>
                <a:lnTo>
                  <a:pt x="8589725" y="4933185"/>
                </a:lnTo>
                <a:lnTo>
                  <a:pt x="8549679" y="4953399"/>
                </a:lnTo>
                <a:lnTo>
                  <a:pt x="8508440" y="4971501"/>
                </a:lnTo>
                <a:lnTo>
                  <a:pt x="8466080" y="4987418"/>
                </a:lnTo>
                <a:lnTo>
                  <a:pt x="8422669" y="5001081"/>
                </a:lnTo>
                <a:lnTo>
                  <a:pt x="8378278" y="5012419"/>
                </a:lnTo>
                <a:lnTo>
                  <a:pt x="8332979" y="5021361"/>
                </a:lnTo>
                <a:lnTo>
                  <a:pt x="8286841" y="5027835"/>
                </a:lnTo>
                <a:lnTo>
                  <a:pt x="8239935" y="5031772"/>
                </a:lnTo>
                <a:lnTo>
                  <a:pt x="8192333" y="5033099"/>
                </a:lnTo>
                <a:close/>
              </a:path>
            </a:pathLst>
          </a:custGeom>
          <a:solidFill>
            <a:srgbClr val="C1E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5"/>
          <p:cNvSpPr txBox="1"/>
          <p:nvPr>
            <p:ph idx="11" type="ftr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ctrTitle"/>
          </p:nvPr>
        </p:nvSpPr>
        <p:spPr>
          <a:xfrm>
            <a:off x="704088" y="889820"/>
            <a:ext cx="9989574" cy="3598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704088" y="4488426"/>
            <a:ext cx="6991776" cy="1302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9" name="Google Shape;59;p1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715383" y="1709738"/>
            <a:ext cx="1063206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715383" y="4589463"/>
            <a:ext cx="1063206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704088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2" type="body"/>
          </p:nvPr>
        </p:nvSpPr>
        <p:spPr>
          <a:xfrm>
            <a:off x="6181344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704087" y="929147"/>
            <a:ext cx="10689336" cy="798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704088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704088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6181344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6181344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704088" y="1069848"/>
            <a:ext cx="409359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5183188" y="1069848"/>
            <a:ext cx="6172200" cy="4791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18"/>
          <p:cNvSpPr txBox="1"/>
          <p:nvPr>
            <p:ph idx="2" type="body"/>
          </p:nvPr>
        </p:nvSpPr>
        <p:spPr>
          <a:xfrm>
            <a:off x="704088" y="2551176"/>
            <a:ext cx="4093599" cy="33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18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704088" y="1066800"/>
            <a:ext cx="4103431" cy="13175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/>
          <p:nvPr>
            <p:ph idx="2" type="pic"/>
          </p:nvPr>
        </p:nvSpPr>
        <p:spPr>
          <a:xfrm>
            <a:off x="5183188" y="1066800"/>
            <a:ext cx="6172200" cy="479425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704088" y="2552700"/>
            <a:ext cx="4103431" cy="331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 rot="5400000">
            <a:off x="4176320" y="-1253693"/>
            <a:ext cx="3739896" cy="1069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 rot="5400000">
            <a:off x="7924366" y="2315931"/>
            <a:ext cx="4984956" cy="234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 rot="5400000">
            <a:off x="2513147" y="-746247"/>
            <a:ext cx="4984956" cy="8473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16900" y="139948"/>
            <a:ext cx="109581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1299450" y="2219033"/>
            <a:ext cx="97663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1" type="ftr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0" type="dt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4" name="Google Shape;54;p10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" name="Google Shape;55;p10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 txBox="1"/>
          <p:nvPr>
            <p:ph type="title"/>
          </p:nvPr>
        </p:nvSpPr>
        <p:spPr>
          <a:xfrm>
            <a:off x="860409" y="2674426"/>
            <a:ext cx="1095819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Student Startup project example</a:t>
            </a:r>
            <a:br>
              <a:rPr lang="en-US" sz="5400"/>
            </a:b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/>
          <p:nvPr>
            <p:ph type="ctrTitle"/>
          </p:nvPr>
        </p:nvSpPr>
        <p:spPr>
          <a:xfrm>
            <a:off x="704088" y="889820"/>
            <a:ext cx="9989574" cy="3598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</a:pPr>
            <a:r>
              <a:rPr lang="en-US" sz="5400"/>
              <a:t>AGILE SPRINTS &amp; USER STORIES FOR STUDENT STARTUP PROJECTS</a:t>
            </a:r>
            <a:endParaRPr/>
          </a:p>
        </p:txBody>
      </p:sp>
      <p:sp>
        <p:nvSpPr>
          <p:cNvPr id="135" name="Google Shape;135;p2"/>
          <p:cNvSpPr txBox="1"/>
          <p:nvPr>
            <p:ph idx="1" type="subTitle"/>
          </p:nvPr>
        </p:nvSpPr>
        <p:spPr>
          <a:xfrm>
            <a:off x="704088" y="4488426"/>
            <a:ext cx="6991776" cy="1302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Capstone Startup Project Track – Using SCRUM + MDDDE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1" name="Google Shape;141;p3"/>
          <p:cNvSpPr txBox="1"/>
          <p:nvPr>
            <p:ph type="title"/>
          </p:nvPr>
        </p:nvSpPr>
        <p:spPr>
          <a:xfrm>
            <a:off x="704088" y="914400"/>
            <a:ext cx="3914776" cy="3977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4000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SPRINT ROADMAP ACROSS MDDDE</a:t>
            </a:r>
            <a:endParaRPr/>
          </a:p>
        </p:txBody>
      </p:sp>
      <p:cxnSp>
        <p:nvCxnSpPr>
          <p:cNvPr id="142" name="Google Shape;142;p3"/>
          <p:cNvCxnSpPr/>
          <p:nvPr/>
        </p:nvCxnSpPr>
        <p:spPr>
          <a:xfrm>
            <a:off x="800100" y="723900"/>
            <a:ext cx="15240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3" name="Google Shape;143;p3"/>
          <p:cNvGrpSpPr/>
          <p:nvPr/>
        </p:nvGrpSpPr>
        <p:grpSpPr>
          <a:xfrm>
            <a:off x="5219952" y="726182"/>
            <a:ext cx="6171948" cy="5494535"/>
            <a:chOff x="0" y="2282"/>
            <a:chExt cx="6171948" cy="5494535"/>
          </a:xfrm>
        </p:grpSpPr>
        <p:sp>
          <p:nvSpPr>
            <p:cNvPr id="144" name="Google Shape;144;p3"/>
            <p:cNvSpPr/>
            <p:nvPr/>
          </p:nvSpPr>
          <p:spPr>
            <a:xfrm>
              <a:off x="0" y="2282"/>
              <a:ext cx="6171948" cy="115674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349915" y="262549"/>
              <a:ext cx="636209" cy="63620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336039" y="2282"/>
              <a:ext cx="4835908" cy="1156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 txBox="1"/>
            <p:nvPr/>
          </p:nvSpPr>
          <p:spPr>
            <a:xfrm>
              <a:off x="1336039" y="2282"/>
              <a:ext cx="4835908" cy="1156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400" lIns="122400" spcFirstLastPara="1" rIns="122400" wrap="square" tIns="12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ustria"/>
                <a:buNone/>
              </a:pPr>
              <a:r>
                <a:rPr lang="en-US" sz="22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Sprint 1 (Manage &amp; Define) → Vision board, tools setup, MVP scope</a:t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0" y="1448212"/>
              <a:ext cx="6171948" cy="115674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349915" y="1708480"/>
              <a:ext cx="636209" cy="63620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1336039" y="1448212"/>
              <a:ext cx="4835908" cy="1156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1336039" y="1448212"/>
              <a:ext cx="4835908" cy="1156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400" lIns="122400" spcFirstLastPara="1" rIns="122400" wrap="square" tIns="12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ustria"/>
                <a:buNone/>
              </a:pPr>
              <a:r>
                <a:rPr lang="en-US" sz="22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Sprint 2 (Design) → Wireframes, </a:t>
              </a:r>
              <a:r>
                <a:rPr lang="en-US" sz="22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prototypes</a:t>
              </a:r>
              <a:r>
                <a:rPr lang="en-US" sz="22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, feedback</a:t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0" y="2894143"/>
              <a:ext cx="6171948" cy="115674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349915" y="3154410"/>
              <a:ext cx="636209" cy="63620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336039" y="2894143"/>
              <a:ext cx="4835908" cy="1156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1336039" y="2894143"/>
              <a:ext cx="4835908" cy="1156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400" lIns="122400" spcFirstLastPara="1" rIns="122400" wrap="square" tIns="12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ustria"/>
                <a:buNone/>
              </a:pPr>
              <a:r>
                <a:rPr lang="en-US" sz="22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Sprint 3 (Develop) → Core features, peer testing</a:t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0" y="4340073"/>
              <a:ext cx="6171948" cy="1156744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49915" y="4600340"/>
              <a:ext cx="636209" cy="63620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1336039" y="4340073"/>
              <a:ext cx="4835908" cy="1156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 txBox="1"/>
            <p:nvPr/>
          </p:nvSpPr>
          <p:spPr>
            <a:xfrm>
              <a:off x="1336039" y="4340073"/>
              <a:ext cx="4835908" cy="1156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2400" lIns="122400" spcFirstLastPara="1" rIns="122400" wrap="square" tIns="122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Lustria"/>
                <a:buNone/>
              </a:pPr>
              <a:r>
                <a:rPr lang="en-US" sz="22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Sprint 4 (Evaluate) → Analytics, AI tips, pitch deck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65" name="Google Shape;165;p4"/>
          <p:cNvSpPr txBox="1"/>
          <p:nvPr>
            <p:ph type="title"/>
          </p:nvPr>
        </p:nvSpPr>
        <p:spPr>
          <a:xfrm>
            <a:off x="704088" y="914400"/>
            <a:ext cx="3914776" cy="3977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4000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SPRINT 1 – MANAGE &amp; DEFINE (WEEK 1–2)</a:t>
            </a:r>
            <a:endParaRPr/>
          </a:p>
        </p:txBody>
      </p:sp>
      <p:cxnSp>
        <p:nvCxnSpPr>
          <p:cNvPr id="166" name="Google Shape;166;p4"/>
          <p:cNvCxnSpPr/>
          <p:nvPr/>
        </p:nvCxnSpPr>
        <p:spPr>
          <a:xfrm>
            <a:off x="800100" y="723900"/>
            <a:ext cx="15240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67" name="Google Shape;167;p4"/>
          <p:cNvGrpSpPr/>
          <p:nvPr/>
        </p:nvGrpSpPr>
        <p:grpSpPr>
          <a:xfrm>
            <a:off x="5219952" y="728196"/>
            <a:ext cx="6171948" cy="5490507"/>
            <a:chOff x="0" y="4296"/>
            <a:chExt cx="6171948" cy="5490507"/>
          </a:xfrm>
        </p:grpSpPr>
        <p:sp>
          <p:nvSpPr>
            <p:cNvPr id="168" name="Google Shape;168;p4"/>
            <p:cNvSpPr/>
            <p:nvPr/>
          </p:nvSpPr>
          <p:spPr>
            <a:xfrm>
              <a:off x="0" y="4296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276813" y="210190"/>
              <a:ext cx="503296" cy="50329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1056922" y="4296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1056922" y="4296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Goal: Establish vision, define MVP scope, set up tools</a:t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0" y="1148151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276813" y="1354045"/>
              <a:ext cx="503296" cy="50329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1056922" y="1148151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1056922" y="1148151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User Stories:</a:t>
              </a: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0" y="2292007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276813" y="2497901"/>
              <a:ext cx="503296" cy="50329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1056922" y="2292007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1056922" y="2292007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- Founder: Create a product vision board so that my team shares the same mission</a:t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0" y="3435863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rgbClr val="DA9A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276813" y="3641757"/>
              <a:ext cx="503296" cy="50329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1056922" y="3435863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 txBox="1"/>
            <p:nvPr/>
          </p:nvSpPr>
          <p:spPr>
            <a:xfrm>
              <a:off x="1056922" y="3435863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- Team Member: Set up GitHub and Discord so that collaboration is smooth</a:t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0" y="4579719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276813" y="4785613"/>
              <a:ext cx="503296" cy="50329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1056922" y="4579719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 txBox="1"/>
            <p:nvPr/>
          </p:nvSpPr>
          <p:spPr>
            <a:xfrm>
              <a:off x="1056922" y="4579719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- Product Manager: Draft the MVP features so we know what to build in the next sprints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93" name="Google Shape;193;p5"/>
          <p:cNvSpPr txBox="1"/>
          <p:nvPr>
            <p:ph type="title"/>
          </p:nvPr>
        </p:nvSpPr>
        <p:spPr>
          <a:xfrm>
            <a:off x="704088" y="914400"/>
            <a:ext cx="3914776" cy="3977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4000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SPRINT 2 – DESIGN (WEEK 3–4)</a:t>
            </a:r>
            <a:endParaRPr/>
          </a:p>
        </p:txBody>
      </p:sp>
      <p:cxnSp>
        <p:nvCxnSpPr>
          <p:cNvPr id="194" name="Google Shape;194;p5"/>
          <p:cNvCxnSpPr/>
          <p:nvPr/>
        </p:nvCxnSpPr>
        <p:spPr>
          <a:xfrm>
            <a:off x="800100" y="723900"/>
            <a:ext cx="15240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95" name="Google Shape;195;p5"/>
          <p:cNvGrpSpPr/>
          <p:nvPr/>
        </p:nvGrpSpPr>
        <p:grpSpPr>
          <a:xfrm>
            <a:off x="5219952" y="728196"/>
            <a:ext cx="6171948" cy="5490507"/>
            <a:chOff x="0" y="4296"/>
            <a:chExt cx="6171948" cy="5490507"/>
          </a:xfrm>
        </p:grpSpPr>
        <p:sp>
          <p:nvSpPr>
            <p:cNvPr id="196" name="Google Shape;196;p5"/>
            <p:cNvSpPr/>
            <p:nvPr/>
          </p:nvSpPr>
          <p:spPr>
            <a:xfrm>
              <a:off x="0" y="4296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276813" y="210190"/>
              <a:ext cx="503296" cy="50329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1056922" y="4296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1056922" y="4296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Goal: Prototype app and validate ideas with peers</a:t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0" y="1148151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276813" y="1354045"/>
              <a:ext cx="503296" cy="50329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1056922" y="1148151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5"/>
            <p:cNvSpPr txBox="1"/>
            <p:nvPr/>
          </p:nvSpPr>
          <p:spPr>
            <a:xfrm>
              <a:off x="1056922" y="1148151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User Stories: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0" y="2292007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276813" y="2497901"/>
              <a:ext cx="503296" cy="50329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1056922" y="2292007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5"/>
            <p:cNvSpPr txBox="1"/>
            <p:nvPr/>
          </p:nvSpPr>
          <p:spPr>
            <a:xfrm>
              <a:off x="1056922" y="2292007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- User: See a simple app wireframe so I can understand how the app will look and feel</a:t>
              </a: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0" y="3435863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rgbClr val="DA9A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276813" y="3641757"/>
              <a:ext cx="503296" cy="50329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1056922" y="3435863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 txBox="1"/>
            <p:nvPr/>
          </p:nvSpPr>
          <p:spPr>
            <a:xfrm>
              <a:off x="1056922" y="3435863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- Tester: Provide feedback on the wireframe so the design can improve before development</a:t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0" y="4579719"/>
              <a:ext cx="6171948" cy="915084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276813" y="4785613"/>
              <a:ext cx="503296" cy="50329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1056922" y="4579719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 txBox="1"/>
            <p:nvPr/>
          </p:nvSpPr>
          <p:spPr>
            <a:xfrm>
              <a:off x="1056922" y="4579719"/>
              <a:ext cx="5115025" cy="915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25" lIns="96825" spcFirstLastPara="1" rIns="96825" wrap="square" tIns="968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Lustria"/>
                <a:buNone/>
              </a:pPr>
              <a:r>
                <a:rPr lang="en-US" sz="19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- UI/UX Lead: Design a mood tracker screen so users can log daily emotions easily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1" name="Google Shape;221;p6"/>
          <p:cNvSpPr txBox="1"/>
          <p:nvPr>
            <p:ph type="title"/>
          </p:nvPr>
        </p:nvSpPr>
        <p:spPr>
          <a:xfrm>
            <a:off x="704088" y="914400"/>
            <a:ext cx="3660776" cy="440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4000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SPRINT 3 – DEVELOP (WEEK 5–6)</a:t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4" name="Google Shape;224;p6"/>
          <p:cNvGrpSpPr/>
          <p:nvPr/>
        </p:nvGrpSpPr>
        <p:grpSpPr>
          <a:xfrm>
            <a:off x="4876800" y="1110083"/>
            <a:ext cx="6581776" cy="4637835"/>
            <a:chOff x="0" y="43282"/>
            <a:chExt cx="6581776" cy="4637835"/>
          </a:xfrm>
        </p:grpSpPr>
        <p:sp>
          <p:nvSpPr>
            <p:cNvPr id="225" name="Google Shape;225;p6"/>
            <p:cNvSpPr/>
            <p:nvPr/>
          </p:nvSpPr>
          <p:spPr>
            <a:xfrm>
              <a:off x="0" y="43282"/>
              <a:ext cx="6581776" cy="874575"/>
            </a:xfrm>
            <a:prstGeom prst="roundRect">
              <a:avLst>
                <a:gd fmla="val 16667" name="adj"/>
              </a:avLst>
            </a:prstGeom>
            <a:solidFill>
              <a:srgbClr val="DA9A8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2693" y="85975"/>
              <a:ext cx="6496390" cy="789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Lustria"/>
                <a:buNone/>
              </a:pPr>
              <a:r>
                <a:rPr lang="en-US" sz="23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Goal: Build and test MVP core features</a:t>
              </a: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0" y="984097"/>
              <a:ext cx="6581776" cy="874575"/>
            </a:xfrm>
            <a:prstGeom prst="roundRect">
              <a:avLst>
                <a:gd fmla="val 16667" name="adj"/>
              </a:avLst>
            </a:prstGeom>
            <a:solidFill>
              <a:srgbClr val="B4D49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6"/>
            <p:cNvSpPr txBox="1"/>
            <p:nvPr/>
          </p:nvSpPr>
          <p:spPr>
            <a:xfrm>
              <a:off x="42693" y="1026790"/>
              <a:ext cx="6496390" cy="789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Lustria"/>
                <a:buNone/>
              </a:pPr>
              <a:r>
                <a:rPr lang="en-US" sz="23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User Stories:</a:t>
              </a: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1924912"/>
              <a:ext cx="6581776" cy="874575"/>
            </a:xfrm>
            <a:prstGeom prst="roundRect">
              <a:avLst>
                <a:gd fmla="val 16667" name="adj"/>
              </a:avLst>
            </a:prstGeom>
            <a:solidFill>
              <a:srgbClr val="93CDC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42693" y="1967605"/>
              <a:ext cx="6496390" cy="789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Lustria"/>
                <a:buNone/>
              </a:pPr>
              <a:r>
                <a:rPr lang="en-US" sz="23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- User: Sign up using my NJIT email so I can securely access the app</a:t>
              </a: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2865727"/>
              <a:ext cx="6581776" cy="874575"/>
            </a:xfrm>
            <a:prstGeom prst="roundRect">
              <a:avLst>
                <a:gd fmla="val 16667" name="adj"/>
              </a:avLst>
            </a:prstGeom>
            <a:solidFill>
              <a:srgbClr val="9B96C7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6"/>
            <p:cNvSpPr txBox="1"/>
            <p:nvPr/>
          </p:nvSpPr>
          <p:spPr>
            <a:xfrm>
              <a:off x="42693" y="2908420"/>
              <a:ext cx="6496390" cy="789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Lustria"/>
                <a:buNone/>
              </a:pPr>
              <a:r>
                <a:rPr lang="en-US" sz="23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- User: Log my daily mood in less than 30 seconds so it becomes part of my routine</a:t>
              </a: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3806542"/>
              <a:ext cx="6581776" cy="874575"/>
            </a:xfrm>
            <a:prstGeom prst="roundRect">
              <a:avLst>
                <a:gd fmla="val 16667" name="adj"/>
              </a:avLst>
            </a:prstGeom>
            <a:solidFill>
              <a:srgbClr val="C099B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6"/>
            <p:cNvSpPr txBox="1"/>
            <p:nvPr/>
          </p:nvSpPr>
          <p:spPr>
            <a:xfrm>
              <a:off x="42693" y="3849235"/>
              <a:ext cx="6496390" cy="789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Lustria"/>
                <a:buNone/>
              </a:pPr>
              <a:r>
                <a:rPr lang="en-US" sz="23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- Founder: Test the app on 10 peers so I can gather usability feedback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0" name="Google Shape;240;p7"/>
          <p:cNvSpPr txBox="1"/>
          <p:nvPr>
            <p:ph type="title"/>
          </p:nvPr>
        </p:nvSpPr>
        <p:spPr>
          <a:xfrm>
            <a:off x="704088" y="914400"/>
            <a:ext cx="3660776" cy="440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4000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SPRINT 4 – EVALUATE (WEEK 7–8)</a:t>
            </a:r>
            <a:endParaRPr/>
          </a:p>
        </p:txBody>
      </p:sp>
      <p:cxnSp>
        <p:nvCxnSpPr>
          <p:cNvPr id="241" name="Google Shape;241;p7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2" name="Google Shape;242;p7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43" name="Google Shape;243;p7"/>
          <p:cNvGrpSpPr/>
          <p:nvPr/>
        </p:nvGrpSpPr>
        <p:grpSpPr>
          <a:xfrm>
            <a:off x="4876800" y="1178730"/>
            <a:ext cx="6581776" cy="4500541"/>
            <a:chOff x="0" y="111929"/>
            <a:chExt cx="6581776" cy="4500541"/>
          </a:xfrm>
        </p:grpSpPr>
        <p:sp>
          <p:nvSpPr>
            <p:cNvPr id="244" name="Google Shape;244;p7"/>
            <p:cNvSpPr/>
            <p:nvPr/>
          </p:nvSpPr>
          <p:spPr>
            <a:xfrm>
              <a:off x="0" y="111929"/>
              <a:ext cx="6581776" cy="849420"/>
            </a:xfrm>
            <a:prstGeom prst="roundRect">
              <a:avLst>
                <a:gd fmla="val 16667" name="adj"/>
              </a:avLst>
            </a:prstGeom>
            <a:solidFill>
              <a:srgbClr val="DA9A8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7"/>
            <p:cNvSpPr txBox="1"/>
            <p:nvPr/>
          </p:nvSpPr>
          <p:spPr>
            <a:xfrm>
              <a:off x="41465" y="153394"/>
              <a:ext cx="6498846" cy="766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Lustria"/>
                <a:buNone/>
              </a:pPr>
              <a:r>
                <a:rPr lang="en-US" sz="22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Goal: Collect data, refine features, present to sponsors</a:t>
              </a: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0" y="1024709"/>
              <a:ext cx="6581776" cy="849420"/>
            </a:xfrm>
            <a:prstGeom prst="roundRect">
              <a:avLst>
                <a:gd fmla="val 16667" name="adj"/>
              </a:avLst>
            </a:prstGeom>
            <a:solidFill>
              <a:srgbClr val="B4D49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7"/>
            <p:cNvSpPr txBox="1"/>
            <p:nvPr/>
          </p:nvSpPr>
          <p:spPr>
            <a:xfrm>
              <a:off x="41465" y="1066174"/>
              <a:ext cx="6498846" cy="766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Lustria"/>
                <a:buNone/>
              </a:pPr>
              <a:r>
                <a:rPr lang="en-US" sz="22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User Stories:</a:t>
              </a: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0" y="1937489"/>
              <a:ext cx="6581776" cy="849420"/>
            </a:xfrm>
            <a:prstGeom prst="roundRect">
              <a:avLst>
                <a:gd fmla="val 16667" name="adj"/>
              </a:avLst>
            </a:prstGeom>
            <a:solidFill>
              <a:srgbClr val="93CDC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 txBox="1"/>
            <p:nvPr/>
          </p:nvSpPr>
          <p:spPr>
            <a:xfrm>
              <a:off x="41465" y="1978954"/>
              <a:ext cx="6498846" cy="766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Lustria"/>
                <a:buNone/>
              </a:pPr>
              <a:r>
                <a:rPr lang="en-US" sz="22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- Sponsor/Mentor: View analytics dashboard to understand how students are using the app</a:t>
              </a: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0" y="2850269"/>
              <a:ext cx="6581776" cy="849420"/>
            </a:xfrm>
            <a:prstGeom prst="roundRect">
              <a:avLst>
                <a:gd fmla="val 16667" name="adj"/>
              </a:avLst>
            </a:prstGeom>
            <a:solidFill>
              <a:srgbClr val="9B96C7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7"/>
            <p:cNvSpPr txBox="1"/>
            <p:nvPr/>
          </p:nvSpPr>
          <p:spPr>
            <a:xfrm>
              <a:off x="41465" y="2891734"/>
              <a:ext cx="6498846" cy="766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Lustria"/>
                <a:buNone/>
              </a:pPr>
              <a:r>
                <a:rPr lang="en-US" sz="22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- User: Receive personalized AI wellness tips so I feel supported after logging moods</a:t>
              </a: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0" y="3763050"/>
              <a:ext cx="6581776" cy="849420"/>
            </a:xfrm>
            <a:prstGeom prst="roundRect">
              <a:avLst>
                <a:gd fmla="val 16667" name="adj"/>
              </a:avLst>
            </a:prstGeom>
            <a:solidFill>
              <a:srgbClr val="C099B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7"/>
            <p:cNvSpPr txBox="1"/>
            <p:nvPr/>
          </p:nvSpPr>
          <p:spPr>
            <a:xfrm>
              <a:off x="41465" y="3804515"/>
              <a:ext cx="6498846" cy="7664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Lustria"/>
                <a:buNone/>
              </a:pPr>
              <a:r>
                <a:rPr lang="en-US" sz="22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- Team Member: Prepare a final pitch deck so we can showcase our startup at the Capstone Showcase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2025-07-12T20:43:28Z</dcterms:created>
  <dc:creator>Osama Eljabiri</dc:creator>
</cp:coreProperties>
</file>